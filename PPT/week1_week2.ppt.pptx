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A08B7E-595B-4955-889C-A42D2C495B1E}" v="27" dt="2026-08-29T07:20:12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ashekar kaluva" userId="fb2823e661da3a5b" providerId="LiveId" clId="{EBF8426D-6DA1-427E-B836-27CE41B2FD75}"/>
    <pc:docChg chg="undo custSel addSld modSld">
      <pc:chgData name="chandrashekar kaluva" userId="fb2823e661da3a5b" providerId="LiveId" clId="{EBF8426D-6DA1-427E-B836-27CE41B2FD75}" dt="2026-08-29T08:13:43.865" v="177" actId="1076"/>
      <pc:docMkLst>
        <pc:docMk/>
      </pc:docMkLst>
      <pc:sldChg chg="modSp mod">
        <pc:chgData name="chandrashekar kaluva" userId="fb2823e661da3a5b" providerId="LiveId" clId="{EBF8426D-6DA1-427E-B836-27CE41B2FD75}" dt="2026-08-29T08:13:43.865" v="177" actId="1076"/>
        <pc:sldMkLst>
          <pc:docMk/>
          <pc:sldMk cId="3847084143" sldId="256"/>
        </pc:sldMkLst>
        <pc:spChg chg="mod">
          <ac:chgData name="chandrashekar kaluva" userId="fb2823e661da3a5b" providerId="LiveId" clId="{EBF8426D-6DA1-427E-B836-27CE41B2FD75}" dt="2026-08-29T07:10:48.142" v="47" actId="14100"/>
          <ac:spMkLst>
            <pc:docMk/>
            <pc:sldMk cId="3847084143" sldId="256"/>
            <ac:spMk id="2" creationId="{B1AB1FC0-B438-6E71-1692-BBDE751E97A9}"/>
          </ac:spMkLst>
        </pc:spChg>
        <pc:spChg chg="mod">
          <ac:chgData name="chandrashekar kaluva" userId="fb2823e661da3a5b" providerId="LiveId" clId="{EBF8426D-6DA1-427E-B836-27CE41B2FD75}" dt="2026-08-29T08:13:43.865" v="177" actId="1076"/>
          <ac:spMkLst>
            <pc:docMk/>
            <pc:sldMk cId="3847084143" sldId="256"/>
            <ac:spMk id="3" creationId="{F40A70ED-D96C-7E02-C8FE-991015FDA027}"/>
          </ac:spMkLst>
        </pc:spChg>
      </pc:sldChg>
      <pc:sldChg chg="modSp new mod">
        <pc:chgData name="chandrashekar kaluva" userId="fb2823e661da3a5b" providerId="LiveId" clId="{EBF8426D-6DA1-427E-B836-27CE41B2FD75}" dt="2026-08-29T07:16:34.941" v="117" actId="113"/>
        <pc:sldMkLst>
          <pc:docMk/>
          <pc:sldMk cId="82816147" sldId="257"/>
        </pc:sldMkLst>
        <pc:spChg chg="mod">
          <ac:chgData name="chandrashekar kaluva" userId="fb2823e661da3a5b" providerId="LiveId" clId="{EBF8426D-6DA1-427E-B836-27CE41B2FD75}" dt="2026-08-29T07:16:34.941" v="117" actId="113"/>
          <ac:spMkLst>
            <pc:docMk/>
            <pc:sldMk cId="82816147" sldId="257"/>
            <ac:spMk id="2" creationId="{DF41C79A-4979-307C-AAA1-03AF56401B8A}"/>
          </ac:spMkLst>
        </pc:spChg>
        <pc:spChg chg="mod">
          <ac:chgData name="chandrashekar kaluva" userId="fb2823e661da3a5b" providerId="LiveId" clId="{EBF8426D-6DA1-427E-B836-27CE41B2FD75}" dt="2026-08-29T07:16:28.110" v="115" actId="2711"/>
          <ac:spMkLst>
            <pc:docMk/>
            <pc:sldMk cId="82816147" sldId="257"/>
            <ac:spMk id="3" creationId="{64F21C1F-BB8B-E03B-356A-C962EB70485B}"/>
          </ac:spMkLst>
        </pc:spChg>
      </pc:sldChg>
      <pc:sldChg chg="modSp new mod">
        <pc:chgData name="chandrashekar kaluva" userId="fb2823e661da3a5b" providerId="LiveId" clId="{EBF8426D-6DA1-427E-B836-27CE41B2FD75}" dt="2026-08-29T07:16:54.261" v="124" actId="113"/>
        <pc:sldMkLst>
          <pc:docMk/>
          <pc:sldMk cId="1247290726" sldId="258"/>
        </pc:sldMkLst>
        <pc:spChg chg="mod">
          <ac:chgData name="chandrashekar kaluva" userId="fb2823e661da3a5b" providerId="LiveId" clId="{EBF8426D-6DA1-427E-B836-27CE41B2FD75}" dt="2026-08-29T07:16:47.719" v="121" actId="27636"/>
          <ac:spMkLst>
            <pc:docMk/>
            <pc:sldMk cId="1247290726" sldId="258"/>
            <ac:spMk id="2" creationId="{5513DA3D-8E2B-4F8E-8C85-1AE815A33824}"/>
          </ac:spMkLst>
        </pc:spChg>
        <pc:spChg chg="mod">
          <ac:chgData name="chandrashekar kaluva" userId="fb2823e661da3a5b" providerId="LiveId" clId="{EBF8426D-6DA1-427E-B836-27CE41B2FD75}" dt="2026-08-29T07:16:54.261" v="124" actId="113"/>
          <ac:spMkLst>
            <pc:docMk/>
            <pc:sldMk cId="1247290726" sldId="258"/>
            <ac:spMk id="3" creationId="{40F97F13-256D-CAD4-A97A-525408750A97}"/>
          </ac:spMkLst>
        </pc:spChg>
      </pc:sldChg>
      <pc:sldChg chg="modSp new mod">
        <pc:chgData name="chandrashekar kaluva" userId="fb2823e661da3a5b" providerId="LiveId" clId="{EBF8426D-6DA1-427E-B836-27CE41B2FD75}" dt="2026-08-29T07:17:11.398" v="130" actId="113"/>
        <pc:sldMkLst>
          <pc:docMk/>
          <pc:sldMk cId="1744761778" sldId="259"/>
        </pc:sldMkLst>
        <pc:spChg chg="mod">
          <ac:chgData name="chandrashekar kaluva" userId="fb2823e661da3a5b" providerId="LiveId" clId="{EBF8426D-6DA1-427E-B836-27CE41B2FD75}" dt="2026-08-29T07:17:04.153" v="127" actId="113"/>
          <ac:spMkLst>
            <pc:docMk/>
            <pc:sldMk cId="1744761778" sldId="259"/>
            <ac:spMk id="2" creationId="{53F2BDA9-F1D5-0ADD-7CBA-97FA1CF5179E}"/>
          </ac:spMkLst>
        </pc:spChg>
        <pc:spChg chg="mod">
          <ac:chgData name="chandrashekar kaluva" userId="fb2823e661da3a5b" providerId="LiveId" clId="{EBF8426D-6DA1-427E-B836-27CE41B2FD75}" dt="2026-08-29T07:17:11.398" v="130" actId="113"/>
          <ac:spMkLst>
            <pc:docMk/>
            <pc:sldMk cId="1744761778" sldId="259"/>
            <ac:spMk id="3" creationId="{19B9CEB2-1557-FAC5-852E-DC6F08F73D69}"/>
          </ac:spMkLst>
        </pc:spChg>
      </pc:sldChg>
      <pc:sldChg chg="modSp new mod">
        <pc:chgData name="chandrashekar kaluva" userId="fb2823e661da3a5b" providerId="LiveId" clId="{EBF8426D-6DA1-427E-B836-27CE41B2FD75}" dt="2026-08-29T07:17:25.153" v="135" actId="2711"/>
        <pc:sldMkLst>
          <pc:docMk/>
          <pc:sldMk cId="448482679" sldId="260"/>
        </pc:sldMkLst>
        <pc:spChg chg="mod">
          <ac:chgData name="chandrashekar kaluva" userId="fb2823e661da3a5b" providerId="LiveId" clId="{EBF8426D-6DA1-427E-B836-27CE41B2FD75}" dt="2026-08-29T07:17:18.395" v="132" actId="27636"/>
          <ac:spMkLst>
            <pc:docMk/>
            <pc:sldMk cId="448482679" sldId="260"/>
            <ac:spMk id="2" creationId="{FBE673C9-CCBB-303A-CF60-449C7E4B652F}"/>
          </ac:spMkLst>
        </pc:spChg>
        <pc:spChg chg="mod">
          <ac:chgData name="chandrashekar kaluva" userId="fb2823e661da3a5b" providerId="LiveId" clId="{EBF8426D-6DA1-427E-B836-27CE41B2FD75}" dt="2026-08-29T07:17:25.153" v="135" actId="2711"/>
          <ac:spMkLst>
            <pc:docMk/>
            <pc:sldMk cId="448482679" sldId="260"/>
            <ac:spMk id="3" creationId="{51CBF61F-7DF3-D291-B96D-B3708E65E6E2}"/>
          </ac:spMkLst>
        </pc:spChg>
      </pc:sldChg>
      <pc:sldChg chg="modSp new mod">
        <pc:chgData name="chandrashekar kaluva" userId="fb2823e661da3a5b" providerId="LiveId" clId="{EBF8426D-6DA1-427E-B836-27CE41B2FD75}" dt="2026-08-29T07:17:44.412" v="141" actId="113"/>
        <pc:sldMkLst>
          <pc:docMk/>
          <pc:sldMk cId="2690987647" sldId="261"/>
        </pc:sldMkLst>
        <pc:spChg chg="mod">
          <ac:chgData name="chandrashekar kaluva" userId="fb2823e661da3a5b" providerId="LiveId" clId="{EBF8426D-6DA1-427E-B836-27CE41B2FD75}" dt="2026-08-29T07:17:35.915" v="137" actId="113"/>
          <ac:spMkLst>
            <pc:docMk/>
            <pc:sldMk cId="2690987647" sldId="261"/>
            <ac:spMk id="2" creationId="{706C3193-6632-E4A3-8623-35C82375FE27}"/>
          </ac:spMkLst>
        </pc:spChg>
        <pc:spChg chg="mod">
          <ac:chgData name="chandrashekar kaluva" userId="fb2823e661da3a5b" providerId="LiveId" clId="{EBF8426D-6DA1-427E-B836-27CE41B2FD75}" dt="2026-08-29T07:17:44.412" v="141" actId="113"/>
          <ac:spMkLst>
            <pc:docMk/>
            <pc:sldMk cId="2690987647" sldId="261"/>
            <ac:spMk id="3" creationId="{9C115C6A-F3C2-DCA9-4A1C-EA9FCDD1B60C}"/>
          </ac:spMkLst>
        </pc:spChg>
      </pc:sldChg>
      <pc:sldChg chg="modSp new mod">
        <pc:chgData name="chandrashekar kaluva" userId="fb2823e661da3a5b" providerId="LiveId" clId="{EBF8426D-6DA1-427E-B836-27CE41B2FD75}" dt="2026-08-29T07:18:09.473" v="148" actId="113"/>
        <pc:sldMkLst>
          <pc:docMk/>
          <pc:sldMk cId="1983183732" sldId="262"/>
        </pc:sldMkLst>
        <pc:spChg chg="mod">
          <ac:chgData name="chandrashekar kaluva" userId="fb2823e661da3a5b" providerId="LiveId" clId="{EBF8426D-6DA1-427E-B836-27CE41B2FD75}" dt="2026-08-29T07:17:58.409" v="143" actId="14100"/>
          <ac:spMkLst>
            <pc:docMk/>
            <pc:sldMk cId="1983183732" sldId="262"/>
            <ac:spMk id="2" creationId="{81146EA0-C25D-1B84-E875-51A245F13666}"/>
          </ac:spMkLst>
        </pc:spChg>
        <pc:spChg chg="mod">
          <ac:chgData name="chandrashekar kaluva" userId="fb2823e661da3a5b" providerId="LiveId" clId="{EBF8426D-6DA1-427E-B836-27CE41B2FD75}" dt="2026-08-29T07:18:09.473" v="148" actId="113"/>
          <ac:spMkLst>
            <pc:docMk/>
            <pc:sldMk cId="1983183732" sldId="262"/>
            <ac:spMk id="3" creationId="{977B4FC0-8AAB-1330-7BB6-06C04328FB50}"/>
          </ac:spMkLst>
        </pc:spChg>
      </pc:sldChg>
      <pc:sldChg chg="modSp new mod">
        <pc:chgData name="chandrashekar kaluva" userId="fb2823e661da3a5b" providerId="LiveId" clId="{EBF8426D-6DA1-427E-B836-27CE41B2FD75}" dt="2026-08-29T07:18:26.547" v="155" actId="113"/>
        <pc:sldMkLst>
          <pc:docMk/>
          <pc:sldMk cId="2825722163" sldId="263"/>
        </pc:sldMkLst>
        <pc:spChg chg="mod">
          <ac:chgData name="chandrashekar kaluva" userId="fb2823e661da3a5b" providerId="LiveId" clId="{EBF8426D-6DA1-427E-B836-27CE41B2FD75}" dt="2026-08-29T07:18:19.491" v="152" actId="113"/>
          <ac:spMkLst>
            <pc:docMk/>
            <pc:sldMk cId="2825722163" sldId="263"/>
            <ac:spMk id="2" creationId="{28FF1893-C310-EFAC-D819-CBB1676EA6F6}"/>
          </ac:spMkLst>
        </pc:spChg>
        <pc:spChg chg="mod">
          <ac:chgData name="chandrashekar kaluva" userId="fb2823e661da3a5b" providerId="LiveId" clId="{EBF8426D-6DA1-427E-B836-27CE41B2FD75}" dt="2026-08-29T07:18:26.547" v="155" actId="113"/>
          <ac:spMkLst>
            <pc:docMk/>
            <pc:sldMk cId="2825722163" sldId="263"/>
            <ac:spMk id="3" creationId="{DC33F35B-34C9-A288-965F-306A94176380}"/>
          </ac:spMkLst>
        </pc:spChg>
      </pc:sldChg>
      <pc:sldChg chg="modSp new mod">
        <pc:chgData name="chandrashekar kaluva" userId="fb2823e661da3a5b" providerId="LiveId" clId="{EBF8426D-6DA1-427E-B836-27CE41B2FD75}" dt="2026-08-29T07:18:49.487" v="160" actId="2711"/>
        <pc:sldMkLst>
          <pc:docMk/>
          <pc:sldMk cId="1365704246" sldId="264"/>
        </pc:sldMkLst>
        <pc:spChg chg="mod">
          <ac:chgData name="chandrashekar kaluva" userId="fb2823e661da3a5b" providerId="LiveId" clId="{EBF8426D-6DA1-427E-B836-27CE41B2FD75}" dt="2026-08-29T07:18:43.786" v="157" actId="113"/>
          <ac:spMkLst>
            <pc:docMk/>
            <pc:sldMk cId="1365704246" sldId="264"/>
            <ac:spMk id="2" creationId="{E073BFAD-D9D5-6C61-C01D-3C7A79F98D21}"/>
          </ac:spMkLst>
        </pc:spChg>
        <pc:spChg chg="mod">
          <ac:chgData name="chandrashekar kaluva" userId="fb2823e661da3a5b" providerId="LiveId" clId="{EBF8426D-6DA1-427E-B836-27CE41B2FD75}" dt="2026-08-29T07:18:49.487" v="160" actId="2711"/>
          <ac:spMkLst>
            <pc:docMk/>
            <pc:sldMk cId="1365704246" sldId="264"/>
            <ac:spMk id="3" creationId="{449DC36D-E108-72FB-A042-E28F8913B75E}"/>
          </ac:spMkLst>
        </pc:spChg>
      </pc:sldChg>
      <pc:sldChg chg="modSp new mod">
        <pc:chgData name="chandrashekar kaluva" userId="fb2823e661da3a5b" providerId="LiveId" clId="{EBF8426D-6DA1-427E-B836-27CE41B2FD75}" dt="2026-08-29T07:19:09.712" v="167" actId="2711"/>
        <pc:sldMkLst>
          <pc:docMk/>
          <pc:sldMk cId="3255492407" sldId="265"/>
        </pc:sldMkLst>
        <pc:spChg chg="mod">
          <ac:chgData name="chandrashekar kaluva" userId="fb2823e661da3a5b" providerId="LiveId" clId="{EBF8426D-6DA1-427E-B836-27CE41B2FD75}" dt="2026-08-29T07:18:58.321" v="162" actId="113"/>
          <ac:spMkLst>
            <pc:docMk/>
            <pc:sldMk cId="3255492407" sldId="265"/>
            <ac:spMk id="2" creationId="{AFC54965-0DC5-72D6-ED89-BDE641032DA7}"/>
          </ac:spMkLst>
        </pc:spChg>
        <pc:spChg chg="mod">
          <ac:chgData name="chandrashekar kaluva" userId="fb2823e661da3a5b" providerId="LiveId" clId="{EBF8426D-6DA1-427E-B836-27CE41B2FD75}" dt="2026-08-29T07:19:09.712" v="167" actId="2711"/>
          <ac:spMkLst>
            <pc:docMk/>
            <pc:sldMk cId="3255492407" sldId="265"/>
            <ac:spMk id="3" creationId="{E6659208-77DD-494D-749F-993C7AB5B67D}"/>
          </ac:spMkLst>
        </pc:spChg>
      </pc:sldChg>
      <pc:sldChg chg="modSp new mod">
        <pc:chgData name="chandrashekar kaluva" userId="fb2823e661da3a5b" providerId="LiveId" clId="{EBF8426D-6DA1-427E-B836-27CE41B2FD75}" dt="2026-08-29T08:13:21.189" v="176" actId="20577"/>
        <pc:sldMkLst>
          <pc:docMk/>
          <pc:sldMk cId="1403989074" sldId="266"/>
        </pc:sldMkLst>
        <pc:spChg chg="mod">
          <ac:chgData name="chandrashekar kaluva" userId="fb2823e661da3a5b" providerId="LiveId" clId="{EBF8426D-6DA1-427E-B836-27CE41B2FD75}" dt="2026-08-29T07:19:21.409" v="169" actId="113"/>
          <ac:spMkLst>
            <pc:docMk/>
            <pc:sldMk cId="1403989074" sldId="266"/>
            <ac:spMk id="2" creationId="{439C795E-5EE4-BCD0-EB3E-AED5081A0FDD}"/>
          </ac:spMkLst>
        </pc:spChg>
        <pc:spChg chg="mod">
          <ac:chgData name="chandrashekar kaluva" userId="fb2823e661da3a5b" providerId="LiveId" clId="{EBF8426D-6DA1-427E-B836-27CE41B2FD75}" dt="2026-08-29T08:13:21.189" v="176" actId="20577"/>
          <ac:spMkLst>
            <pc:docMk/>
            <pc:sldMk cId="1403989074" sldId="266"/>
            <ac:spMk id="3" creationId="{5140A8D3-47C3-662F-41FA-AFBC35EA1CB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4015-6789-FE5A-2B3E-A200ECB08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B4577-EF26-7FBF-3445-19DEF443B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9F818-B83D-0E32-FE03-0E741C82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D47A3-FBB0-A838-B98E-ECE5F46A5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94DFA-8E82-3762-22BE-6ABA40472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71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5379-6DFE-3ECD-D475-EEFFC89B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B0553-4D59-6B07-682E-B8D70D6AB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ECC02-5A87-16E3-39F5-D5C149900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3A154-D6BC-1E0F-D19D-11FE73F45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1593D-929D-1FE2-7392-1F24C6D4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407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CBE92-5B3B-E51A-094E-511CAE6AC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B4AD0-61E1-397F-4188-FB7196F28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4BC67-4D3E-872E-9041-12336BF62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89145-12C6-F7B8-DA0B-DFAB0F440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B1A6B-1EC2-DF4A-807E-1EAAFC83F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49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04FA-CC64-0016-2E37-9A0F0850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5054A-C962-C755-4637-F9D01A8D9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A9AB7-F265-DD16-C85D-8C592D1D9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3609D-1A5A-2FD3-81F8-208C7F92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552D6-91FA-5FA5-E07F-7DFDEE54F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E9EF5-995D-C465-2394-CE4DFB77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544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A42C-01B6-7BA3-45F1-8A837168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B1799-7E3E-F2AF-8499-EC34F7AB3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54E58-F23C-736B-96A1-C7D313899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0077B-B98E-6ABF-AAD0-5B4496843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92CDC8-07AB-3E86-3578-CE79B691A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54949-4FA4-4048-CC7A-9FD8BF82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63424-250C-DF3C-7FC8-BF4B254F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8F993-C242-E2FD-50A7-D6F53491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37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534C5-F127-BE9F-30CE-2C3A9B35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BACA81-EBC4-C6D6-48DB-DCEE26D42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FC6F0-9235-82CE-A9DA-494317C8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5A5EF-4F63-3642-240B-FFBFA9EB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033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BBA25F-0427-553A-D2E3-038412B6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95769F-337B-C113-E2D6-E716F7210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6E51A-F0C1-A7BA-C1CD-346894E8F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796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0A0DE-9CC8-BD2D-67E9-69C51FB4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517B0-D9C2-CC2F-FB3D-D51F370CF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A70BC-538E-E873-EC76-5DE791917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66A81-0ACC-8C42-E83A-55D0C9A7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C07CE-34B2-13D9-D5F4-31F98451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9EF23-F17B-03AB-23D2-06017B475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297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2E28-5E59-9E21-D147-F5A893F06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A3FDBD-5707-9C47-2967-67E669743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E6AFC-1C80-D7B8-1E6F-54D7DE924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8613F-7754-CA08-1341-0989EDE0E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04E5D-CEFC-D7FD-63E2-8A798AD7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9C72B-02EE-7BC4-4D46-FABEEFCD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36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9342F-9EA6-02DB-B05F-A728B838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6F9B8-68C1-52A0-5D24-B646C0A13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A6E15-E9F0-96E9-E64C-A031701D7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8915A-4E9A-E434-28FC-C1EE262A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633A3-EEA8-B964-A882-D664CD01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00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C33127-B972-0F82-30F3-3DA33367C1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212FF-9559-C60C-808C-C33BB30A2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C0697-2A78-0C53-269B-1642DB58F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30659-25B6-823A-12D8-709FE78A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A7E1C-AD2D-B5BD-4B57-0077DD4D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817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4243B4-B3F1-ABF6-330B-56265858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BF8F5-3E63-BF3E-DE96-BA83353EA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53AFB-CF99-C5F4-591B-394775E44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705F8-0640-2472-2E8F-B5C6FB050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8E648-A4E3-3B3A-9137-AB27B0FD5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15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1FC0-B438-6E71-1692-BBDE751E9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987"/>
            <a:ext cx="9144000" cy="1189703"/>
          </a:xfrm>
        </p:spPr>
        <p:txBody>
          <a:bodyPr/>
          <a:lstStyle/>
          <a:p>
            <a:r>
              <a:rPr lang="en-US" dirty="0"/>
              <a:t>INTERNSHIP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A70ED-D96C-7E02-C8FE-991015FDA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6852" y="1406014"/>
            <a:ext cx="8701548" cy="3569110"/>
          </a:xfrm>
        </p:spPr>
        <p:txBody>
          <a:bodyPr>
            <a:normAutofit/>
          </a:bodyPr>
          <a:lstStyle/>
          <a:p>
            <a:r>
              <a:rPr lang="en-US" dirty="0"/>
              <a:t>Week 1 &amp; Week 2 Review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By Kaluva Chandrashekar</a:t>
            </a:r>
          </a:p>
          <a:p>
            <a:r>
              <a:rPr lang="en-US" dirty="0"/>
              <a:t>25MTRVE005</a:t>
            </a:r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Sem </a:t>
            </a:r>
          </a:p>
          <a:p>
            <a:r>
              <a:rPr lang="en-US" dirty="0"/>
              <a:t>Jain University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084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1C79A-4979-307C-AAA1-03AF56401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 – Introduction to Lattice T-FPGA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21C1F-BB8B-E03B-356A-C962EB70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684"/>
            <a:ext cx="10515600" cy="4810279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Lattice T-FPGA platform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FPGA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Microcontroller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vs Microcontroller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FPGA and ESP32-S3 are used together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FPGA resources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Flip-Flop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resources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applications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role of FPGA in embedded systems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1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3DA3D-8E2B-4F8E-8C85-1AE815A33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189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2 – Lattice FPGA &amp; ESP32-S3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97F13-256D-CAD4-A97A-525408750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671"/>
            <a:ext cx="10515600" cy="4692292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Lattice FPGA used on the board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ECP5/ECP5-82 family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FPGA architecture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logic resources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 and Flip-Flop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I/O resources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resources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resources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configuration/programming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package and pin configuration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requirements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FPGA–ESP32-S3 communication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role of FPGA and ESP32-S3 on the T-FPGA board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29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2BDA9-F1D5-0ADD-7CBA-97FA1CF51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10439400" cy="9327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3 – ESP32-S3 Architecture &amp; Peripherals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9CEB2-1557-FAC5-852E-DC6F08F73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19200"/>
            <a:ext cx="10439400" cy="495776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ESP32-S3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ESP32-S3 architecture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Dual-core Xtensa LX7 processor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and memory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and PSRAM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Low Energy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761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73C9-CCBB-303A-CF60-449C7E4B6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1" cy="84424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4 – Software Tools &amp; Development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BF61F-7DF3-D291-B96D-B3708E65E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26" y="1455174"/>
            <a:ext cx="10370574" cy="4721789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 used for the T-FPGA platform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development flow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Lattice FPGA side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Gowin EDA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HDL design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Bitstream generation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programming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ESP32-S3 development flow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ESP-IDF </a:t>
            </a:r>
          </a:p>
          <a:p>
            <a:pPr lvl="1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PlatformIO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482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3193-6632-E4A3-8623-35C82375F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2" y="365125"/>
            <a:ext cx="10341077" cy="85407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5 – Applications &amp; Week 1 Revision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15C6A-F3C2-DCA9-4A1C-EA9FCDD1B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722" y="1307690"/>
            <a:ext cx="10341078" cy="4869273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application areas: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logic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systems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acceleration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systems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systems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monitoring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987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46EA0-C25D-1B84-E875-51A245F13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896" y="1091380"/>
            <a:ext cx="10409903" cy="10815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 – Introduction &amp; Understanding the Project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B4FC0-8AAB-1330-7BB6-06C04328F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9535"/>
            <a:ext cx="10515599" cy="497742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objective of the T-FPGA Reverse Engineering internship project.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that the work involves reverse-engineering a power-management IC based schematic.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main IC used in the design as AXP2101.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the available reference schematic/image of the AXP2101.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 pin numbers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names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inputs and outputs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connections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Inductors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indicator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networks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understanding how the external components are connected to the IC.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183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F1893-C310-EFAC-D819-CBB1676E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2 – Reference Schematic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3F35B-34C9-A288-965F-306A94176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4800447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the AXP2101 pin configuration in detail.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different groups of pins: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Power/input pins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pins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Inductor/switch pins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LDO output pins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pins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Status/control pins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mapping the reference schematic connections to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schematic.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the required component values and connections.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purpose of: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Capacitors for filtering/decoupling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Inductors for power conversion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Resistors for feedback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and resistor for charging indication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GND and supply connections.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722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BFAD-D9D5-6C61-C01D-3C7A79F9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3 – AXP2101 Custom Symbol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DC36D-E108-72FB-A042-E28F8913B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0206"/>
            <a:ext cx="10515600" cy="5016757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Symbol Editor.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custom symbol for AXP2101.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the IC body.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the required 40 pins.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the pin numbers and pin names.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the pins around the IC body according to the reference.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the symbol structure.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Encountered 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warning related to a zero-size graphic rectangle while working on the symbol and worked through the symbol-editing process.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704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54965-0DC5-72D6-ED89-BDE641032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4 – Schematic Creation &amp; Initial Pin 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59208-77DD-494D-749F-993C7AB5B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697"/>
            <a:ext cx="10515600" cy="4928266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Placed the custom AXP2101 symbol into the schematic.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connecting the external components to the IC.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the GND connection.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connecting the first group of pins.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pins 1–10.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Added/connected components such as: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 – LED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– 1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kΩ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– 10 µF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– 100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kΩ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 – 33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kΩ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 – 2.2 µH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– 2.2 µH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C2/C3 and other required components.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power symbols and net labels.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the difference between a wire that looks connected and a wire that is actually electrically connected to 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492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C795E-5EE4-BCD0-EB3E-AED5081A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5 – Complete 40-Pin Connections &amp; ERC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0A8D3-47C3-662F-41FA-AFBC35EA1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174"/>
            <a:ext cx="10515600" cy="4721789"/>
          </a:xfrm>
        </p:spPr>
        <p:txBody>
          <a:bodyPr/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Electrical Rules Checker (ERC) after completing the AXP2101 40-pin connections. 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check wire and component endpoints and understood that connections must be electrically snapped to the correct pin.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debugging and correcting schematic connectivity issues to improve the overall electrical correctness of the design.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989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661</Words>
  <Application>Microsoft Office PowerPoint</Application>
  <PresentationFormat>Widescreen</PresentationFormat>
  <Paragraphs>138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INTERNSHIP </vt:lpstr>
      <vt:lpstr>DAY 1 – Introduction to Lattice T-FPGA</vt:lpstr>
      <vt:lpstr>DAY 2 – Lattice FPGA &amp; ESP32-S3 Architecture</vt:lpstr>
      <vt:lpstr>DAY 3 – ESP32-S3 Architecture &amp; Peripherals</vt:lpstr>
      <vt:lpstr>DAY 4 – Software Tools &amp; Development Flow</vt:lpstr>
      <vt:lpstr>DAY 5 – Applications &amp; Week 1 Revision</vt:lpstr>
      <vt:lpstr>Day 1 – Introduction &amp; Understanding the Project  </vt:lpstr>
      <vt:lpstr>Day 2 – Reference Schematic Analysis</vt:lpstr>
      <vt:lpstr>Day 3 – AXP2101 Custom Symbol Creation</vt:lpstr>
      <vt:lpstr>Day 4 – Schematic Creation &amp; Initial Pin Connections</vt:lpstr>
      <vt:lpstr>Day 5 – Complete 40-Pin Connections &amp; ERC Verification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chandrashekar kaluva</dc:creator>
  <cp:lastModifiedBy>chandrashekar kaluva</cp:lastModifiedBy>
  <cp:revision>1</cp:revision>
  <dcterms:created xsi:type="dcterms:W3CDTF">2026-08-29T06:59:28Z</dcterms:created>
  <dcterms:modified xsi:type="dcterms:W3CDTF">2026-08-29T14:05:41Z</dcterms:modified>
</cp:coreProperties>
</file>