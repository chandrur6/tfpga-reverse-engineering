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08B7E-595B-4955-889C-A42D2C495B1E}" v="27" dt="2026-08-29T07:20:12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shekar kaluva" userId="fb2823e661da3a5b" providerId="LiveId" clId="{EBF8426D-6DA1-427E-B836-27CE41B2FD75}"/>
    <pc:docChg chg="undo custSel addSld modSld">
      <pc:chgData name="chandrashekar kaluva" userId="fb2823e661da3a5b" providerId="LiveId" clId="{EBF8426D-6DA1-427E-B836-27CE41B2FD75}" dt="2026-08-29T08:13:43.865" v="177" actId="1076"/>
      <pc:docMkLst>
        <pc:docMk/>
      </pc:docMkLst>
      <pc:sldChg chg="modSp mod">
        <pc:chgData name="chandrashekar kaluva" userId="fb2823e661da3a5b" providerId="LiveId" clId="{EBF8426D-6DA1-427E-B836-27CE41B2FD75}" dt="2026-08-29T08:13:43.865" v="177" actId="1076"/>
        <pc:sldMkLst>
          <pc:docMk/>
          <pc:sldMk cId="3847084143" sldId="256"/>
        </pc:sldMkLst>
        <pc:spChg chg="mod">
          <ac:chgData name="chandrashekar kaluva" userId="fb2823e661da3a5b" providerId="LiveId" clId="{EBF8426D-6DA1-427E-B836-27CE41B2FD75}" dt="2026-08-29T07:10:48.142" v="47" actId="14100"/>
          <ac:spMkLst>
            <pc:docMk/>
            <pc:sldMk cId="3847084143" sldId="256"/>
            <ac:spMk id="2" creationId="{B1AB1FC0-B438-6E71-1692-BBDE751E97A9}"/>
          </ac:spMkLst>
        </pc:spChg>
        <pc:spChg chg="mod">
          <ac:chgData name="chandrashekar kaluva" userId="fb2823e661da3a5b" providerId="LiveId" clId="{EBF8426D-6DA1-427E-B836-27CE41B2FD75}" dt="2026-08-29T08:13:43.865" v="177" actId="1076"/>
          <ac:spMkLst>
            <pc:docMk/>
            <pc:sldMk cId="3847084143" sldId="256"/>
            <ac:spMk id="3" creationId="{F40A70ED-D96C-7E02-C8FE-991015FDA027}"/>
          </ac:spMkLst>
        </pc:spChg>
      </pc:sldChg>
      <pc:sldChg chg="modSp new mod">
        <pc:chgData name="chandrashekar kaluva" userId="fb2823e661da3a5b" providerId="LiveId" clId="{EBF8426D-6DA1-427E-B836-27CE41B2FD75}" dt="2026-08-29T07:16:34.941" v="117" actId="113"/>
        <pc:sldMkLst>
          <pc:docMk/>
          <pc:sldMk cId="82816147" sldId="257"/>
        </pc:sldMkLst>
        <pc:spChg chg="mod">
          <ac:chgData name="chandrashekar kaluva" userId="fb2823e661da3a5b" providerId="LiveId" clId="{EBF8426D-6DA1-427E-B836-27CE41B2FD75}" dt="2026-08-29T07:16:34.941" v="117" actId="113"/>
          <ac:spMkLst>
            <pc:docMk/>
            <pc:sldMk cId="82816147" sldId="257"/>
            <ac:spMk id="2" creationId="{DF41C79A-4979-307C-AAA1-03AF56401B8A}"/>
          </ac:spMkLst>
        </pc:spChg>
        <pc:spChg chg="mod">
          <ac:chgData name="chandrashekar kaluva" userId="fb2823e661da3a5b" providerId="LiveId" clId="{EBF8426D-6DA1-427E-B836-27CE41B2FD75}" dt="2026-08-29T07:16:28.110" v="115" actId="2711"/>
          <ac:spMkLst>
            <pc:docMk/>
            <pc:sldMk cId="82816147" sldId="257"/>
            <ac:spMk id="3" creationId="{64F21C1F-BB8B-E03B-356A-C962EB70485B}"/>
          </ac:spMkLst>
        </pc:spChg>
      </pc:sldChg>
      <pc:sldChg chg="modSp new mod">
        <pc:chgData name="chandrashekar kaluva" userId="fb2823e661da3a5b" providerId="LiveId" clId="{EBF8426D-6DA1-427E-B836-27CE41B2FD75}" dt="2026-08-29T07:16:54.261" v="124" actId="113"/>
        <pc:sldMkLst>
          <pc:docMk/>
          <pc:sldMk cId="1247290726" sldId="258"/>
        </pc:sldMkLst>
        <pc:spChg chg="mod">
          <ac:chgData name="chandrashekar kaluva" userId="fb2823e661da3a5b" providerId="LiveId" clId="{EBF8426D-6DA1-427E-B836-27CE41B2FD75}" dt="2026-08-29T07:16:47.719" v="121" actId="27636"/>
          <ac:spMkLst>
            <pc:docMk/>
            <pc:sldMk cId="1247290726" sldId="258"/>
            <ac:spMk id="2" creationId="{5513DA3D-8E2B-4F8E-8C85-1AE815A33824}"/>
          </ac:spMkLst>
        </pc:spChg>
        <pc:spChg chg="mod">
          <ac:chgData name="chandrashekar kaluva" userId="fb2823e661da3a5b" providerId="LiveId" clId="{EBF8426D-6DA1-427E-B836-27CE41B2FD75}" dt="2026-08-29T07:16:54.261" v="124" actId="113"/>
          <ac:spMkLst>
            <pc:docMk/>
            <pc:sldMk cId="1247290726" sldId="258"/>
            <ac:spMk id="3" creationId="{40F97F13-256D-CAD4-A97A-525408750A97}"/>
          </ac:spMkLst>
        </pc:spChg>
      </pc:sldChg>
      <pc:sldChg chg="modSp new mod">
        <pc:chgData name="chandrashekar kaluva" userId="fb2823e661da3a5b" providerId="LiveId" clId="{EBF8426D-6DA1-427E-B836-27CE41B2FD75}" dt="2026-08-29T07:17:11.398" v="130" actId="113"/>
        <pc:sldMkLst>
          <pc:docMk/>
          <pc:sldMk cId="1744761778" sldId="259"/>
        </pc:sldMkLst>
        <pc:spChg chg="mod">
          <ac:chgData name="chandrashekar kaluva" userId="fb2823e661da3a5b" providerId="LiveId" clId="{EBF8426D-6DA1-427E-B836-27CE41B2FD75}" dt="2026-08-29T07:17:04.153" v="127" actId="113"/>
          <ac:spMkLst>
            <pc:docMk/>
            <pc:sldMk cId="1744761778" sldId="259"/>
            <ac:spMk id="2" creationId="{53F2BDA9-F1D5-0ADD-7CBA-97FA1CF5179E}"/>
          </ac:spMkLst>
        </pc:spChg>
        <pc:spChg chg="mod">
          <ac:chgData name="chandrashekar kaluva" userId="fb2823e661da3a5b" providerId="LiveId" clId="{EBF8426D-6DA1-427E-B836-27CE41B2FD75}" dt="2026-08-29T07:17:11.398" v="130" actId="113"/>
          <ac:spMkLst>
            <pc:docMk/>
            <pc:sldMk cId="1744761778" sldId="259"/>
            <ac:spMk id="3" creationId="{19B9CEB2-1557-FAC5-852E-DC6F08F73D69}"/>
          </ac:spMkLst>
        </pc:spChg>
      </pc:sldChg>
      <pc:sldChg chg="modSp new mod">
        <pc:chgData name="chandrashekar kaluva" userId="fb2823e661da3a5b" providerId="LiveId" clId="{EBF8426D-6DA1-427E-B836-27CE41B2FD75}" dt="2026-08-29T07:17:25.153" v="135" actId="2711"/>
        <pc:sldMkLst>
          <pc:docMk/>
          <pc:sldMk cId="448482679" sldId="260"/>
        </pc:sldMkLst>
        <pc:spChg chg="mod">
          <ac:chgData name="chandrashekar kaluva" userId="fb2823e661da3a5b" providerId="LiveId" clId="{EBF8426D-6DA1-427E-B836-27CE41B2FD75}" dt="2026-08-29T07:17:18.395" v="132" actId="27636"/>
          <ac:spMkLst>
            <pc:docMk/>
            <pc:sldMk cId="448482679" sldId="260"/>
            <ac:spMk id="2" creationId="{FBE673C9-CCBB-303A-CF60-449C7E4B652F}"/>
          </ac:spMkLst>
        </pc:spChg>
        <pc:spChg chg="mod">
          <ac:chgData name="chandrashekar kaluva" userId="fb2823e661da3a5b" providerId="LiveId" clId="{EBF8426D-6DA1-427E-B836-27CE41B2FD75}" dt="2026-08-29T07:17:25.153" v="135" actId="2711"/>
          <ac:spMkLst>
            <pc:docMk/>
            <pc:sldMk cId="448482679" sldId="260"/>
            <ac:spMk id="3" creationId="{51CBF61F-7DF3-D291-B96D-B3708E65E6E2}"/>
          </ac:spMkLst>
        </pc:spChg>
      </pc:sldChg>
      <pc:sldChg chg="modSp new mod">
        <pc:chgData name="chandrashekar kaluva" userId="fb2823e661da3a5b" providerId="LiveId" clId="{EBF8426D-6DA1-427E-B836-27CE41B2FD75}" dt="2026-08-29T07:17:44.412" v="141" actId="113"/>
        <pc:sldMkLst>
          <pc:docMk/>
          <pc:sldMk cId="2690987647" sldId="261"/>
        </pc:sldMkLst>
        <pc:spChg chg="mod">
          <ac:chgData name="chandrashekar kaluva" userId="fb2823e661da3a5b" providerId="LiveId" clId="{EBF8426D-6DA1-427E-B836-27CE41B2FD75}" dt="2026-08-29T07:17:35.915" v="137" actId="113"/>
          <ac:spMkLst>
            <pc:docMk/>
            <pc:sldMk cId="2690987647" sldId="261"/>
            <ac:spMk id="2" creationId="{706C3193-6632-E4A3-8623-35C82375FE27}"/>
          </ac:spMkLst>
        </pc:spChg>
        <pc:spChg chg="mod">
          <ac:chgData name="chandrashekar kaluva" userId="fb2823e661da3a5b" providerId="LiveId" clId="{EBF8426D-6DA1-427E-B836-27CE41B2FD75}" dt="2026-08-29T07:17:44.412" v="141" actId="113"/>
          <ac:spMkLst>
            <pc:docMk/>
            <pc:sldMk cId="2690987647" sldId="261"/>
            <ac:spMk id="3" creationId="{9C115C6A-F3C2-DCA9-4A1C-EA9FCDD1B60C}"/>
          </ac:spMkLst>
        </pc:spChg>
      </pc:sldChg>
      <pc:sldChg chg="modSp new mod">
        <pc:chgData name="chandrashekar kaluva" userId="fb2823e661da3a5b" providerId="LiveId" clId="{EBF8426D-6DA1-427E-B836-27CE41B2FD75}" dt="2026-08-29T07:18:09.473" v="148" actId="113"/>
        <pc:sldMkLst>
          <pc:docMk/>
          <pc:sldMk cId="1983183732" sldId="262"/>
        </pc:sldMkLst>
        <pc:spChg chg="mod">
          <ac:chgData name="chandrashekar kaluva" userId="fb2823e661da3a5b" providerId="LiveId" clId="{EBF8426D-6DA1-427E-B836-27CE41B2FD75}" dt="2026-08-29T07:17:58.409" v="143" actId="14100"/>
          <ac:spMkLst>
            <pc:docMk/>
            <pc:sldMk cId="1983183732" sldId="262"/>
            <ac:spMk id="2" creationId="{81146EA0-C25D-1B84-E875-51A245F13666}"/>
          </ac:spMkLst>
        </pc:spChg>
        <pc:spChg chg="mod">
          <ac:chgData name="chandrashekar kaluva" userId="fb2823e661da3a5b" providerId="LiveId" clId="{EBF8426D-6DA1-427E-B836-27CE41B2FD75}" dt="2026-08-29T07:18:09.473" v="148" actId="113"/>
          <ac:spMkLst>
            <pc:docMk/>
            <pc:sldMk cId="1983183732" sldId="262"/>
            <ac:spMk id="3" creationId="{977B4FC0-8AAB-1330-7BB6-06C04328FB50}"/>
          </ac:spMkLst>
        </pc:spChg>
      </pc:sldChg>
      <pc:sldChg chg="modSp new mod">
        <pc:chgData name="chandrashekar kaluva" userId="fb2823e661da3a5b" providerId="LiveId" clId="{EBF8426D-6DA1-427E-B836-27CE41B2FD75}" dt="2026-08-29T07:18:26.547" v="155" actId="113"/>
        <pc:sldMkLst>
          <pc:docMk/>
          <pc:sldMk cId="2825722163" sldId="263"/>
        </pc:sldMkLst>
        <pc:spChg chg="mod">
          <ac:chgData name="chandrashekar kaluva" userId="fb2823e661da3a5b" providerId="LiveId" clId="{EBF8426D-6DA1-427E-B836-27CE41B2FD75}" dt="2026-08-29T07:18:19.491" v="152" actId="113"/>
          <ac:spMkLst>
            <pc:docMk/>
            <pc:sldMk cId="2825722163" sldId="263"/>
            <ac:spMk id="2" creationId="{28FF1893-C310-EFAC-D819-CBB1676EA6F6}"/>
          </ac:spMkLst>
        </pc:spChg>
        <pc:spChg chg="mod">
          <ac:chgData name="chandrashekar kaluva" userId="fb2823e661da3a5b" providerId="LiveId" clId="{EBF8426D-6DA1-427E-B836-27CE41B2FD75}" dt="2026-08-29T07:18:26.547" v="155" actId="113"/>
          <ac:spMkLst>
            <pc:docMk/>
            <pc:sldMk cId="2825722163" sldId="263"/>
            <ac:spMk id="3" creationId="{DC33F35B-34C9-A288-965F-306A94176380}"/>
          </ac:spMkLst>
        </pc:spChg>
      </pc:sldChg>
      <pc:sldChg chg="modSp new mod">
        <pc:chgData name="chandrashekar kaluva" userId="fb2823e661da3a5b" providerId="LiveId" clId="{EBF8426D-6DA1-427E-B836-27CE41B2FD75}" dt="2026-08-29T07:18:49.487" v="160" actId="2711"/>
        <pc:sldMkLst>
          <pc:docMk/>
          <pc:sldMk cId="1365704246" sldId="264"/>
        </pc:sldMkLst>
        <pc:spChg chg="mod">
          <ac:chgData name="chandrashekar kaluva" userId="fb2823e661da3a5b" providerId="LiveId" clId="{EBF8426D-6DA1-427E-B836-27CE41B2FD75}" dt="2026-08-29T07:18:43.786" v="157" actId="113"/>
          <ac:spMkLst>
            <pc:docMk/>
            <pc:sldMk cId="1365704246" sldId="264"/>
            <ac:spMk id="2" creationId="{E073BFAD-D9D5-6C61-C01D-3C7A79F98D21}"/>
          </ac:spMkLst>
        </pc:spChg>
        <pc:spChg chg="mod">
          <ac:chgData name="chandrashekar kaluva" userId="fb2823e661da3a5b" providerId="LiveId" clId="{EBF8426D-6DA1-427E-B836-27CE41B2FD75}" dt="2026-08-29T07:18:49.487" v="160" actId="2711"/>
          <ac:spMkLst>
            <pc:docMk/>
            <pc:sldMk cId="1365704246" sldId="264"/>
            <ac:spMk id="3" creationId="{449DC36D-E108-72FB-A042-E28F8913B75E}"/>
          </ac:spMkLst>
        </pc:spChg>
      </pc:sldChg>
      <pc:sldChg chg="modSp new mod">
        <pc:chgData name="chandrashekar kaluva" userId="fb2823e661da3a5b" providerId="LiveId" clId="{EBF8426D-6DA1-427E-B836-27CE41B2FD75}" dt="2026-08-29T07:19:09.712" v="167" actId="2711"/>
        <pc:sldMkLst>
          <pc:docMk/>
          <pc:sldMk cId="3255492407" sldId="265"/>
        </pc:sldMkLst>
        <pc:spChg chg="mod">
          <ac:chgData name="chandrashekar kaluva" userId="fb2823e661da3a5b" providerId="LiveId" clId="{EBF8426D-6DA1-427E-B836-27CE41B2FD75}" dt="2026-08-29T07:18:58.321" v="162" actId="113"/>
          <ac:spMkLst>
            <pc:docMk/>
            <pc:sldMk cId="3255492407" sldId="265"/>
            <ac:spMk id="2" creationId="{AFC54965-0DC5-72D6-ED89-BDE641032DA7}"/>
          </ac:spMkLst>
        </pc:spChg>
        <pc:spChg chg="mod">
          <ac:chgData name="chandrashekar kaluva" userId="fb2823e661da3a5b" providerId="LiveId" clId="{EBF8426D-6DA1-427E-B836-27CE41B2FD75}" dt="2026-08-29T07:19:09.712" v="167" actId="2711"/>
          <ac:spMkLst>
            <pc:docMk/>
            <pc:sldMk cId="3255492407" sldId="265"/>
            <ac:spMk id="3" creationId="{E6659208-77DD-494D-749F-993C7AB5B67D}"/>
          </ac:spMkLst>
        </pc:spChg>
      </pc:sldChg>
      <pc:sldChg chg="modSp new mod">
        <pc:chgData name="chandrashekar kaluva" userId="fb2823e661da3a5b" providerId="LiveId" clId="{EBF8426D-6DA1-427E-B836-27CE41B2FD75}" dt="2026-08-29T08:13:21.189" v="176" actId="20577"/>
        <pc:sldMkLst>
          <pc:docMk/>
          <pc:sldMk cId="1403989074" sldId="266"/>
        </pc:sldMkLst>
        <pc:spChg chg="mod">
          <ac:chgData name="chandrashekar kaluva" userId="fb2823e661da3a5b" providerId="LiveId" clId="{EBF8426D-6DA1-427E-B836-27CE41B2FD75}" dt="2026-08-29T07:19:21.409" v="169" actId="113"/>
          <ac:spMkLst>
            <pc:docMk/>
            <pc:sldMk cId="1403989074" sldId="266"/>
            <ac:spMk id="2" creationId="{439C795E-5EE4-BCD0-EB3E-AED5081A0FDD}"/>
          </ac:spMkLst>
        </pc:spChg>
        <pc:spChg chg="mod">
          <ac:chgData name="chandrashekar kaluva" userId="fb2823e661da3a5b" providerId="LiveId" clId="{EBF8426D-6DA1-427E-B836-27CE41B2FD75}" dt="2026-08-29T08:13:21.189" v="176" actId="20577"/>
          <ac:spMkLst>
            <pc:docMk/>
            <pc:sldMk cId="1403989074" sldId="266"/>
            <ac:spMk id="3" creationId="{5140A8D3-47C3-662F-41FA-AFBC35EA1C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4015-6789-FE5A-2B3E-A200ECB08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4577-EF26-7FBF-3445-19DEF443B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9F818-B83D-0E32-FE03-0E741C82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D47A3-FBB0-A838-B98E-ECE5F46A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94DFA-8E82-3762-22BE-6ABA4047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1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5379-6DFE-3ECD-D475-EEFFC89B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B0553-4D59-6B07-682E-B8D70D6AB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CC02-5A87-16E3-39F5-D5C14990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3A154-D6BC-1E0F-D19D-11FE73F4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1593D-929D-1FE2-7392-1F24C6D4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40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BE92-5B3B-E51A-094E-511CAE6A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B4AD0-61E1-397F-4188-FB7196F28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BC67-4D3E-872E-9041-12336BF6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9145-12C6-F7B8-DA0B-DFAB0F44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B1A6B-1EC2-DF4A-807E-1EAAFC83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49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04FA-CC64-0016-2E37-9A0F0850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054A-C962-C755-4637-F9D01A8D9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9AB7-F265-DD16-C85D-8C592D1D9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3609D-1A5A-2FD3-81F8-208C7F92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552D6-91FA-5FA5-E07F-7DFDEE54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9EF5-995D-C465-2394-CE4DFB77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54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A42C-01B6-7BA3-45F1-8A837168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1799-7E3E-F2AF-8499-EC34F7AB3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54E58-F23C-736B-96A1-C7D313899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0077B-B98E-6ABF-AAD0-5B4496843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2CDC8-07AB-3E86-3578-CE79B691A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54949-4FA4-4048-CC7A-9FD8BF82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63424-250C-DF3C-7FC8-BF4B254F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8F993-C242-E2FD-50A7-D6F53491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7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34C5-F127-BE9F-30CE-2C3A9B35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ACA81-EBC4-C6D6-48DB-DCEE26D42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FC6F0-9235-82CE-A9DA-494317C8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5A5EF-4F63-3642-240B-FFBFA9E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3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BA25F-0427-553A-D2E3-038412B6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5769F-337B-C113-E2D6-E716F721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6E51A-F0C1-A7BA-C1CD-346894E8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79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A0DE-9CC8-BD2D-67E9-69C51FB4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17B0-D9C2-CC2F-FB3D-D51F370CF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A70BC-538E-E873-EC76-5DE79191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66A81-0ACC-8C42-E83A-55D0C9A7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C07CE-34B2-13D9-D5F4-31F98451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9EF23-F17B-03AB-23D2-06017B47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29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2E28-5E59-9E21-D147-F5A893F0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A3FDBD-5707-9C47-2967-67E669743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E6AFC-1C80-D7B8-1E6F-54D7DE924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8613F-7754-CA08-1341-0989EDE0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04E5D-CEFC-D7FD-63E2-8A798AD7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9C72B-02EE-7BC4-4D46-FABEEFCD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36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342F-9EA6-02DB-B05F-A728B838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6F9B8-68C1-52A0-5D24-B646C0A13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A6E15-E9F0-96E9-E64C-A031701D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8915A-4E9A-E434-28FC-C1EE262A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33A3-EEA8-B964-A882-D664CD01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00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33127-B972-0F82-30F3-3DA33367C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212FF-9559-C60C-808C-C33BB30A2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0697-2A78-0C53-269B-1642DB58F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30659-25B6-823A-12D8-709FE78A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7E1C-AD2D-B5BD-4B57-0077DD4D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1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243B4-B3F1-ABF6-330B-5626585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F8F5-3E63-BF3E-DE96-BA83353EA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53AFB-CF99-C5F4-591B-394775E44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7704E-03EF-4797-8DF7-AFF1EFD87A96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705F8-0640-2472-2E8F-B5C6FB050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8E648-A4E3-3B3A-9137-AB27B0FD5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15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INTERNSHIP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sz="2800"/>
              <a:t>Week 3 Review</a:t>
            </a:r>
          </a:p>
          <a:p>
            <a:endParaRPr sz="2800"/>
          </a:p>
          <a:p>
            <a:r>
              <a:rPr sz="2800"/>
              <a:t>By Kaluva Chandrashekar</a:t>
            </a:r>
          </a:p>
          <a:p>
            <a:r>
              <a:rPr sz="2800"/>
              <a:t>25MTRVE005</a:t>
            </a:r>
          </a:p>
          <a:p>
            <a:r>
              <a:rPr sz="2800"/>
              <a:t>3rd Sem</a:t>
            </a:r>
          </a:p>
          <a:p>
            <a:r>
              <a:rPr sz="2800"/>
              <a:t>Jain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3ED5-52A2-FFA4-FA28-7B905248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365125"/>
            <a:ext cx="10586884" cy="99172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Day 1 – </a:t>
            </a:r>
            <a:r>
              <a:rPr lang="en-IN" b="1" dirty="0" err="1"/>
              <a:t>KiCad</a:t>
            </a:r>
            <a:r>
              <a:rPr lang="en-IN" b="1" dirty="0"/>
              <a:t> Schematic Review &amp; Connection Verification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8994-B8D0-6D9D-E7D2-5A0739AAC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238865"/>
            <a:ext cx="10685206" cy="4938098"/>
          </a:xfrm>
        </p:spPr>
        <p:txBody>
          <a:bodyPr>
            <a:normAutofit fontScale="85000" lnSpcReduction="200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AXP2101 Schematic: Reviewed the AXP2101 pin-level connections and surrounding power circuitry.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ESP32-S3 Schematic: Reviewed the ESP32-S3 pins and required circuit connections.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 13-Pin Connector: Connected and reviewed the required signals of the J2 connector step by step.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Flash Interface: Reviewed the ESP32-S3 SPI Flash signals and their connections.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&amp; Clock Circuit: Verified USB D−/D+ connections, resistors, crystal, and associated capacitors.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CHIP_PU &amp; Power Connections: Reviewed the reset/pull-up circuit along with +3V3 and GND connections.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Schematic Verification: Checked the AXP2101 and ESP32-S3 sections together; remaining connectivity verification and ERC/DRC checking are in progress.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1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FPGA Basics &amp; Verilog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FPGA architecture and programmable logic resources.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the Gowin GW1NSR-4C FPGA used on the T-FPGA board.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Gowin FPGA project using Gowin EDA V1.9.12.03.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device: GW1NSR-LV4CQN48PC6/I5.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basic Verilog design for FPGA output testing.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FPGA I/O pin assignments using the Floor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FPGA bitstream and programmed the board using the Gowin USB Cable.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FPGA hardware output on the T-FPGA 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PLL &amp; Frequency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practical clock generation and frequency-detection implementation.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the Gowin IP Core Generator.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PLLVR IP for the GW1NSR-4C FPGA.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the PLL with 27 MHz input clock and 54 MHz output clock.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generated PLL module into the Verilog design.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synthesis, Place &amp; Route and bitstream generation.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the FPGA and verified the implemented design on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Cortex-M3 &amp; FPGA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the embedded Cortex-M3 processor in the GW1NSR-4C EMPU.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and used Gowin MCU Designer (GMD) and the Gowin EMPU reference software.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and built the cm3_demo reference project.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the AHB2 Master demonstration in the software project.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Cortex-M3 firmware to access the FPGA register space at 0xA0000000.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firmware successfully with 0 errors and 0 warnings.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cm3_demo.bin and programmed it together with the FPGA bitstream.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AHB2 Master signals with FPGA-side register logic and verified the programmed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ESP32-S3 Wi-Fi &amp; T-FPGA Web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the ESP32-S3 using Arduino IDE 2.3.10.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ESP32S3 Dev Module and uploaded the Wi-Fi/web-server program.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the ESP32-S3 as a Wi-Fi Access Point named TFPGA_DAY4.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web server to display T-FPGA status in a browser.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FPGA communication data lines to ESP32-S3 GPIO inputs.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D0, D1, D2, D3 and the combined FPGA value on the webpage.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Cortex-M3 firmware and enabled AHB2 Master in the FPGA EMPU configuration.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FPGA synthesis, Place &amp; Route and programming using Gowin Programmer.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browser verification showed the communication fields, with further non-zero data-transfer verification remaining.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– Overall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practical FPGA development and programming using Gowin EDA.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and tested a PLL-based clock-generation stage.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the GW1NSR-4C embedded Cortex-M3 and AHB2 Master interface.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Cortex-M3 firmware using Gowin MCU Designer.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FPGA-side register logic with the Cortex-M3 AHB2 interface.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ESP32-S3 Wi-Fi and implemented a browser-based T-FPGA status interface.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the ESP32-S3 FPGA communication GPIO path.</a:t>
            </a:r>
          </a:p>
          <a:p>
            <a:pPr>
              <a:spcAft>
                <a:spcPts val="800"/>
              </a:spcAft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the main Week 3 implementation stages and identified the remaining communication verification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4AC5E-E1CC-6E10-67A1-27585DD76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683" y="2644877"/>
            <a:ext cx="6032091" cy="875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           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02367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632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INTERNSHIP</vt:lpstr>
      <vt:lpstr>Day 1 – KiCad Schematic Review &amp; Connection Verification </vt:lpstr>
      <vt:lpstr>DAY 2 – FPGA Basics &amp; Verilog Implementation</vt:lpstr>
      <vt:lpstr>DAY 3 – PLL &amp; Frequency Detection</vt:lpstr>
      <vt:lpstr>DAY 4 – Cortex-M3 &amp; FPGA Communication</vt:lpstr>
      <vt:lpstr>DAY 5 – ESP32-S3 Wi-Fi &amp; T-FPGA Web Interface</vt:lpstr>
      <vt:lpstr>WEEK 3 – Overall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chandrashekar kaluva</dc:creator>
  <cp:lastModifiedBy>chandrashekar kaluva</cp:lastModifiedBy>
  <cp:revision>14</cp:revision>
  <dcterms:created xsi:type="dcterms:W3CDTF">2026-08-29T06:59:28Z</dcterms:created>
  <dcterms:modified xsi:type="dcterms:W3CDTF">2026-09-05T08:43:54Z</dcterms:modified>
</cp:coreProperties>
</file>